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[morning/afternoon] everyone. Thank you for being here. Many of you have already helped me during this internship. Today, I want to talk about my readiness for Dynatrace. I am still learning, but I also want to show what I have learned so far. I want to show you three things: what I am good at, what I still need to learn, and why I am excited to learn more. [pause] Let's start with my 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am not a Linux expert. I am still learning, and that is okay. But I noticed something about myself. I am good at using different tools together to understand a problem. When something breaks, I do not guess. I check if a service is running. I read the logs to see what happened. I test the network to understand the problem better. [pause] I take small pieces of information, and I put them together. This is my foundation. I am building everything else on top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internship, we covered the basics of Dynatrace. We looked at observability, OneAgent, Smartscape, and Grail. I have started learning these ideas, and I understand the basics. But most of what I know is still theory. I have not worked enough inside a real Dynatrace environment yet. [pause] I want to say this clearly, because it shows exactly where I am. I know what I need to improve. My next step is simple: get real, hands-on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parts of Dynatrace interest me the most: OneAgent and Smartscape. They interest me because they support the way I like to solve problems. OneAgent collects technical details automatically. This can reduce the amount of manual searching needed when investigating a problem. Smartscape then shows how applications, services, and infrastructure connect to each other. [pause] This is the part I like most. Earlier, I said I connect small pieces of information together. Smartscape does this too, but on a much bigger scale. OneAgent gives it the details to work with. Together, they turn troubleshooting into something you can see, not just guess. This matches how I like to solve problems. It is the direction I want to grow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am I ready for Dynatrace? Yes. But not because I know everything. I am ready because I ask questions. I follow evidence instead of guessing. I am not afraid to say what I do not know yet. I have a foundation that I can continue building on. My next step is clear. And the parts of Dynatrace that interest me match how I already think. [pause, look at audience] I am only at the start. But I am ready to learn, to practise, and to grow. That is my readiness for Dynatrace. Thank you. I am happy to answer any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9164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Readiness for Dynatrace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8803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Wanele Khanye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310128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B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Dynatrace Consultant Intern, Mediro ICT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463040" y="5074920"/>
            <a:ext cx="4526280" cy="9144"/>
          </a:xfrm>
          <a:prstGeom prst="line">
            <a:avLst/>
          </a:prstGeom>
          <a:noFill/>
          <a:ln w="12700">
            <a:solidFill>
              <a:srgbClr val="A8A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8366" y="4646981"/>
            <a:ext cx="855878" cy="855878"/>
          </a:xfrm>
          <a:prstGeom prst="ellipse">
            <a:avLst/>
          </a:prstGeom>
          <a:solidFill>
            <a:srgbClr val="A8ABFE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16498" y="4795114"/>
            <a:ext cx="559613" cy="559613"/>
          </a:xfrm>
          <a:prstGeom prst="ellipse">
            <a:avLst/>
          </a:prstGeom>
          <a:solidFill>
            <a:srgbClr val="A8ABFE">
              <a:alpha val="3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931713" y="4910328"/>
            <a:ext cx="329184" cy="329184"/>
          </a:xfrm>
          <a:prstGeom prst="ellipse">
            <a:avLst/>
          </a:prstGeom>
          <a:solidFill>
            <a:srgbClr val="A8ABFE"/>
          </a:solidFill>
          <a:ln/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Foundation Is Learning How Tools Work Together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317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services</a:t>
            </a:r>
            <a:endParaRPr lang="en-US" sz="20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logs</a:t>
            </a:r>
            <a:endParaRPr lang="en-US" sz="20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Following evidence step by step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 flipV="1">
            <a:off x="7589520" y="1600200"/>
            <a:ext cx="2103120" cy="320040"/>
          </a:xfrm>
          <a:prstGeom prst="line">
            <a:avLst/>
          </a:prstGeom>
          <a:noFill/>
          <a:ln w="15875">
            <a:solidFill>
              <a:srgbClr val="A8A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1600200"/>
            <a:ext cx="1188720" cy="1463040"/>
          </a:xfrm>
          <a:prstGeom prst="line">
            <a:avLst/>
          </a:prstGeom>
          <a:noFill/>
          <a:ln w="15875">
            <a:solidFill>
              <a:srgbClr val="A8A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1920240"/>
            <a:ext cx="1097280" cy="2240280"/>
          </a:xfrm>
          <a:prstGeom prst="line">
            <a:avLst/>
          </a:prstGeom>
          <a:noFill/>
          <a:ln w="15875">
            <a:solidFill>
              <a:srgbClr val="A8AB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8686800" y="3063240"/>
            <a:ext cx="2194560" cy="1097280"/>
          </a:xfrm>
          <a:prstGeom prst="line">
            <a:avLst/>
          </a:prstGeom>
          <a:noFill/>
          <a:ln w="15875">
            <a:solidFill>
              <a:srgbClr val="A8AB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07224" y="1837944"/>
            <a:ext cx="164592" cy="164592"/>
          </a:xfrm>
          <a:prstGeom prst="ellipse">
            <a:avLst/>
          </a:prstGeom>
          <a:solidFill>
            <a:srgbClr val="A8ABFE"/>
          </a:solidFill>
          <a:ln/>
        </p:spPr>
      </p:sp>
      <p:sp>
        <p:nvSpPr>
          <p:cNvPr id="9" name="Shape 7"/>
          <p:cNvSpPr/>
          <p:nvPr/>
        </p:nvSpPr>
        <p:spPr>
          <a:xfrm>
            <a:off x="9610344" y="1517904"/>
            <a:ext cx="164592" cy="164592"/>
          </a:xfrm>
          <a:prstGeom prst="ellipse">
            <a:avLst/>
          </a:prstGeom>
          <a:solidFill>
            <a:srgbClr val="A8ABFE"/>
          </a:solidFill>
          <a:ln/>
        </p:spPr>
      </p:sp>
      <p:sp>
        <p:nvSpPr>
          <p:cNvPr id="10" name="Shape 8"/>
          <p:cNvSpPr/>
          <p:nvPr/>
        </p:nvSpPr>
        <p:spPr>
          <a:xfrm>
            <a:off x="10799064" y="2980944"/>
            <a:ext cx="164592" cy="164592"/>
          </a:xfrm>
          <a:prstGeom prst="ellipse">
            <a:avLst/>
          </a:prstGeom>
          <a:solidFill>
            <a:srgbClr val="A8ABFE"/>
          </a:solidFill>
          <a:ln/>
        </p:spPr>
      </p:sp>
      <p:sp>
        <p:nvSpPr>
          <p:cNvPr id="11" name="Shape 9"/>
          <p:cNvSpPr/>
          <p:nvPr/>
        </p:nvSpPr>
        <p:spPr>
          <a:xfrm>
            <a:off x="8258861" y="3732581"/>
            <a:ext cx="855878" cy="855878"/>
          </a:xfrm>
          <a:prstGeom prst="ellipse">
            <a:avLst/>
          </a:prstGeom>
          <a:solidFill>
            <a:srgbClr val="5FD4E0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406994" y="3880714"/>
            <a:ext cx="559613" cy="559613"/>
          </a:xfrm>
          <a:prstGeom prst="ellipse">
            <a:avLst/>
          </a:prstGeom>
          <a:solidFill>
            <a:srgbClr val="5FD4E0">
              <a:alpha val="3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522208" y="3995928"/>
            <a:ext cx="329184" cy="329184"/>
          </a:xfrm>
          <a:prstGeom prst="ellipse">
            <a:avLst/>
          </a:prstGeom>
          <a:solidFill>
            <a:srgbClr val="5FD4E0"/>
          </a:solidFill>
          <a:ln/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Next Step Is Building Practical Experience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4884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the basics: observability, OneAgent, Smartscape, Grail</a:t>
            </a:r>
            <a:endParaRPr lang="en-US" sz="19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theory so far</a:t>
            </a:r>
            <a:endParaRPr lang="en-US" sz="19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hands-on practice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 flipV="1">
            <a:off x="7315200" y="4160520"/>
            <a:ext cx="1554480" cy="1234440"/>
          </a:xfrm>
          <a:prstGeom prst="line">
            <a:avLst/>
          </a:prstGeom>
          <a:noFill/>
          <a:ln w="15875">
            <a:solidFill>
              <a:srgbClr val="A8A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869680" y="1935283"/>
            <a:ext cx="1711721" cy="2225237"/>
          </a:xfrm>
          <a:prstGeom prst="line">
            <a:avLst/>
          </a:prstGeom>
          <a:noFill/>
          <a:ln w="15875">
            <a:solidFill>
              <a:srgbClr val="A8ABFE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232904" y="5312664"/>
            <a:ext cx="164592" cy="164592"/>
          </a:xfrm>
          <a:prstGeom prst="ellipse">
            <a:avLst/>
          </a:prstGeom>
          <a:solidFill>
            <a:srgbClr val="A8ABFE"/>
          </a:solidFill>
          <a:ln/>
        </p:spPr>
      </p:sp>
      <p:sp>
        <p:nvSpPr>
          <p:cNvPr id="7" name="Shape 5"/>
          <p:cNvSpPr/>
          <p:nvPr/>
        </p:nvSpPr>
        <p:spPr>
          <a:xfrm>
            <a:off x="8655710" y="3946550"/>
            <a:ext cx="427939" cy="427939"/>
          </a:xfrm>
          <a:prstGeom prst="ellipse">
            <a:avLst/>
          </a:prstGeom>
          <a:solidFill>
            <a:srgbClr val="A8ABFE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729777" y="4020617"/>
            <a:ext cx="279806" cy="279806"/>
          </a:xfrm>
          <a:prstGeom prst="ellipse">
            <a:avLst/>
          </a:prstGeom>
          <a:solidFill>
            <a:srgbClr val="A8ABFE">
              <a:alpha val="3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787384" y="4078224"/>
            <a:ext cx="164592" cy="164592"/>
          </a:xfrm>
          <a:prstGeom prst="ellipse">
            <a:avLst/>
          </a:prstGeom>
          <a:solidFill>
            <a:srgbClr val="A8ABFE"/>
          </a:solidFill>
          <a:ln/>
        </p:spPr>
      </p:sp>
      <p:sp>
        <p:nvSpPr>
          <p:cNvPr id="10" name="Shape 8"/>
          <p:cNvSpPr/>
          <p:nvPr/>
        </p:nvSpPr>
        <p:spPr>
          <a:xfrm>
            <a:off x="10533888" y="1618488"/>
            <a:ext cx="329184" cy="329184"/>
          </a:xfrm>
          <a:prstGeom prst="ellipse">
            <a:avLst/>
          </a:prstGeom>
          <a:ln w="19050">
            <a:solidFill>
              <a:srgbClr val="5FD4E0"/>
            </a:solidFill>
            <a:prstDash val="solid"/>
          </a:ln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457200"/>
            <a:ext cx="9811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OneAgent and Smartscape Support My Troubleshooting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2148840"/>
            <a:ext cx="4873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OneAgent: collects technical details automatically</a:t>
            </a:r>
            <a:endParaRPr lang="en-US" sz="18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Smartscape: shows how systems connect</a:t>
            </a:r>
            <a:endParaRPr lang="en-US" sz="18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Together: a clearer picture, faster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106438" y="4634865"/>
            <a:ext cx="989867" cy="485775"/>
          </a:xfrm>
          <a:prstGeom prst="line">
            <a:avLst/>
          </a:prstGeom>
          <a:noFill/>
          <a:ln w="13970">
            <a:solidFill>
              <a:srgbClr val="A8A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305" y="4149090"/>
            <a:ext cx="9144" cy="971550"/>
          </a:xfrm>
          <a:prstGeom prst="line">
            <a:avLst/>
          </a:prstGeom>
          <a:noFill/>
          <a:ln w="13970">
            <a:solidFill>
              <a:srgbClr val="A8A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096305" y="4788350"/>
            <a:ext cx="1074069" cy="332290"/>
          </a:xfrm>
          <a:prstGeom prst="line">
            <a:avLst/>
          </a:prstGeom>
          <a:noFill/>
          <a:ln w="13970">
            <a:solidFill>
              <a:srgbClr val="A8AB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6305" y="5120640"/>
            <a:ext cx="936291" cy="557258"/>
          </a:xfrm>
          <a:prstGeom prst="line">
            <a:avLst/>
          </a:prstGeom>
          <a:noFill/>
          <a:ln w="13970">
            <a:solidFill>
              <a:srgbClr val="A8AB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5897825" y="5120640"/>
            <a:ext cx="198480" cy="956790"/>
          </a:xfrm>
          <a:prstGeom prst="line">
            <a:avLst/>
          </a:prstGeom>
          <a:noFill/>
          <a:ln w="13970">
            <a:solidFill>
              <a:srgbClr val="A8AB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11797" y="4540225"/>
            <a:ext cx="189281" cy="189281"/>
          </a:xfrm>
          <a:prstGeom prst="ellipse">
            <a:avLst/>
          </a:prstGeom>
          <a:solidFill>
            <a:srgbClr val="A8ABFE"/>
          </a:solidFill>
          <a:ln/>
        </p:spPr>
      </p:sp>
      <p:sp>
        <p:nvSpPr>
          <p:cNvPr id="10" name="Shape 8"/>
          <p:cNvSpPr/>
          <p:nvPr/>
        </p:nvSpPr>
        <p:spPr>
          <a:xfrm>
            <a:off x="6001664" y="4054450"/>
            <a:ext cx="189281" cy="189281"/>
          </a:xfrm>
          <a:prstGeom prst="ellipse">
            <a:avLst/>
          </a:prstGeom>
          <a:solidFill>
            <a:srgbClr val="A8ABFE"/>
          </a:solidFill>
          <a:ln/>
        </p:spPr>
      </p:sp>
      <p:sp>
        <p:nvSpPr>
          <p:cNvPr id="11" name="Shape 9"/>
          <p:cNvSpPr/>
          <p:nvPr/>
        </p:nvSpPr>
        <p:spPr>
          <a:xfrm>
            <a:off x="7075733" y="4693710"/>
            <a:ext cx="189281" cy="189281"/>
          </a:xfrm>
          <a:prstGeom prst="ellipse">
            <a:avLst/>
          </a:prstGeom>
          <a:solidFill>
            <a:srgbClr val="A8ABFE"/>
          </a:solidFill>
          <a:ln/>
        </p:spPr>
      </p:sp>
      <p:sp>
        <p:nvSpPr>
          <p:cNvPr id="12" name="Shape 10"/>
          <p:cNvSpPr/>
          <p:nvPr/>
        </p:nvSpPr>
        <p:spPr>
          <a:xfrm>
            <a:off x="6937955" y="5583258"/>
            <a:ext cx="189281" cy="189281"/>
          </a:xfrm>
          <a:prstGeom prst="ellipse">
            <a:avLst/>
          </a:prstGeom>
          <a:solidFill>
            <a:srgbClr val="A8ABFE"/>
          </a:solidFill>
          <a:ln/>
        </p:spPr>
      </p:sp>
      <p:sp>
        <p:nvSpPr>
          <p:cNvPr id="13" name="Shape 11"/>
          <p:cNvSpPr/>
          <p:nvPr/>
        </p:nvSpPr>
        <p:spPr>
          <a:xfrm>
            <a:off x="5803185" y="5982790"/>
            <a:ext cx="189281" cy="189281"/>
          </a:xfrm>
          <a:prstGeom prst="ellipse">
            <a:avLst/>
          </a:prstGeom>
          <a:solidFill>
            <a:srgbClr val="A8ABFE"/>
          </a:solidFill>
          <a:ln/>
        </p:spPr>
      </p:sp>
      <p:sp>
        <p:nvSpPr>
          <p:cNvPr id="14" name="Shape 12"/>
          <p:cNvSpPr/>
          <p:nvPr/>
        </p:nvSpPr>
        <p:spPr>
          <a:xfrm>
            <a:off x="5582778" y="4607113"/>
            <a:ext cx="1027054" cy="1027054"/>
          </a:xfrm>
          <a:prstGeom prst="ellipse">
            <a:avLst/>
          </a:prstGeom>
          <a:solidFill>
            <a:srgbClr val="5FD4E0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760537" y="4784872"/>
            <a:ext cx="671535" cy="671535"/>
          </a:xfrm>
          <a:prstGeom prst="ellipse">
            <a:avLst/>
          </a:prstGeom>
          <a:solidFill>
            <a:srgbClr val="5FD4E0">
              <a:alpha val="3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898794" y="4923130"/>
            <a:ext cx="395021" cy="395021"/>
          </a:xfrm>
          <a:prstGeom prst="ellipse">
            <a:avLst/>
          </a:prstGeom>
          <a:solidFill>
            <a:srgbClr val="5FD4E0"/>
          </a:solidFill>
          <a:ln/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Ready to Learn, Practise and Grow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1965960"/>
            <a:ext cx="4873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Foundation: connecting information from tools</a:t>
            </a:r>
            <a:endParaRPr lang="en-US" sz="18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hands-on Dynatrace practice</a:t>
            </a:r>
            <a:endParaRPr lang="en-US" sz="18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Mindset: curious and ready to learn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88720" y="5486400"/>
            <a:ext cx="2103120" cy="9144"/>
          </a:xfrm>
          <a:prstGeom prst="line">
            <a:avLst/>
          </a:prstGeom>
          <a:noFill/>
          <a:ln w="12700">
            <a:solidFill>
              <a:srgbClr val="A8A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5486400"/>
            <a:ext cx="2103120" cy="9144"/>
          </a:xfrm>
          <a:prstGeom prst="line">
            <a:avLst/>
          </a:prstGeom>
          <a:noFill/>
          <a:ln w="12700">
            <a:solidFill>
              <a:srgbClr val="A8A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94960" y="5486400"/>
            <a:ext cx="2103120" cy="9144"/>
          </a:xfrm>
          <a:prstGeom prst="line">
            <a:avLst/>
          </a:prstGeom>
          <a:noFill/>
          <a:ln w="12700">
            <a:solidFill>
              <a:srgbClr val="A8AB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5486400"/>
            <a:ext cx="2103120" cy="9144"/>
          </a:xfrm>
          <a:prstGeom prst="line">
            <a:avLst/>
          </a:prstGeom>
          <a:noFill/>
          <a:ln w="12700">
            <a:solidFill>
              <a:srgbClr val="A8AB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0" y="5486400"/>
            <a:ext cx="1417320" cy="9144"/>
          </a:xfrm>
          <a:prstGeom prst="line">
            <a:avLst/>
          </a:prstGeom>
          <a:noFill/>
          <a:ln w="15875">
            <a:solidFill>
              <a:srgbClr val="5FD4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6424" y="5404104"/>
            <a:ext cx="164592" cy="164592"/>
          </a:xfrm>
          <a:prstGeom prst="ellipse">
            <a:avLst/>
          </a:prstGeom>
          <a:solidFill>
            <a:srgbClr val="A8ABF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9544" y="5404104"/>
            <a:ext cx="164592" cy="164592"/>
          </a:xfrm>
          <a:prstGeom prst="ellipse">
            <a:avLst/>
          </a:prstGeom>
          <a:solidFill>
            <a:srgbClr val="A8ABFE"/>
          </a:solidFill>
          <a:ln/>
        </p:spPr>
      </p:sp>
      <p:sp>
        <p:nvSpPr>
          <p:cNvPr id="11" name="Shape 9"/>
          <p:cNvSpPr/>
          <p:nvPr/>
        </p:nvSpPr>
        <p:spPr>
          <a:xfrm>
            <a:off x="5312664" y="5404104"/>
            <a:ext cx="164592" cy="164592"/>
          </a:xfrm>
          <a:prstGeom prst="ellipse">
            <a:avLst/>
          </a:prstGeom>
          <a:solidFill>
            <a:srgbClr val="A8ABFE"/>
          </a:solidFill>
          <a:ln/>
        </p:spPr>
      </p:sp>
      <p:sp>
        <p:nvSpPr>
          <p:cNvPr id="12" name="Shape 10"/>
          <p:cNvSpPr/>
          <p:nvPr/>
        </p:nvSpPr>
        <p:spPr>
          <a:xfrm>
            <a:off x="7415784" y="5404104"/>
            <a:ext cx="164592" cy="164592"/>
          </a:xfrm>
          <a:prstGeom prst="ellipse">
            <a:avLst/>
          </a:prstGeom>
          <a:solidFill>
            <a:srgbClr val="A8ABFE"/>
          </a:solidFill>
          <a:ln/>
        </p:spPr>
      </p:sp>
      <p:sp>
        <p:nvSpPr>
          <p:cNvPr id="13" name="Shape 11"/>
          <p:cNvSpPr/>
          <p:nvPr/>
        </p:nvSpPr>
        <p:spPr>
          <a:xfrm>
            <a:off x="9518904" y="5404104"/>
            <a:ext cx="164592" cy="164592"/>
          </a:xfrm>
          <a:prstGeom prst="ellipse">
            <a:avLst/>
          </a:prstGeom>
          <a:solidFill>
            <a:srgbClr val="A8ABF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62199" y="4930079"/>
            <a:ext cx="1112642" cy="1112642"/>
          </a:xfrm>
          <a:prstGeom prst="ellipse">
            <a:avLst/>
          </a:prstGeom>
          <a:solidFill>
            <a:srgbClr val="5FD4E0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654772" y="5122652"/>
            <a:ext cx="727497" cy="727497"/>
          </a:xfrm>
          <a:prstGeom prst="ellipse">
            <a:avLst/>
          </a:prstGeom>
          <a:solidFill>
            <a:srgbClr val="5FD4E0">
              <a:alpha val="3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804550" y="5272430"/>
            <a:ext cx="427939" cy="427939"/>
          </a:xfrm>
          <a:prstGeom prst="ellipse">
            <a:avLst/>
          </a:prstGeom>
          <a:solidFill>
            <a:srgbClr val="5FD4E0"/>
          </a:soli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2026-09-05T23:03:28Z</dcterms:created>
  <dcterms:modified xsi:type="dcterms:W3CDTF">2026-09-05T23:03:28Z</dcterms:modified>
</cp:coreProperties>
</file>